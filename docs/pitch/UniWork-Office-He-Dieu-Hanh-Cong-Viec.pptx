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pic>
        <p:nvPicPr>
          <p:cNvPr id="3" name="Image 0" descr="/Users/uranus/Projects/uniwork-office/docs/pitch/assets/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0"/>
            <a:ext cx="707105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754880" y="0"/>
            <a:ext cx="1097280" cy="6858000"/>
          </a:xfrm>
          <a:prstGeom prst="rect">
            <a:avLst/>
          </a:prstGeom>
          <a:solidFill>
            <a:srgbClr val="0B1220">
              <a:alpha val="80000"/>
            </a:srgbClr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417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UNIWORK OFFICE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87452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điều hành công việc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 quản trị cuộc sống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40080" y="36576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trực tiếp trên máy · Dữ liệu ở lại với bạn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đủ dùng + Workbench + My AI có kiểm soát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phụ thuộc bản quyền Microsoft Office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50749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0749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Desktop-native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331720" y="507492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31720" y="507492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794760" y="5074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94760" y="5074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OOXML chuẩn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" y="649224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pic>
        <p:nvPicPr>
          <p:cNvPr id="3" name="Image 0" descr="/Users/uranus/Projects/uniwork-office/docs/pitch/assets/hero-dark.png">    </p:cNvPr>
          <p:cNvPicPr>
            <a:picLocks noChangeAspect="1"/>
          </p:cNvPicPr>
          <p:nvPr/>
        </p:nvPicPr>
        <p:blipFill>
          <a:blip r:embed="rId1">
            <a:alphaModFix amt="28000"/>
          </a:blip>
          <a:srcRect l="0" r="0" t="0" b="0"/>
          <a:stretch/>
        </p:blipFill>
        <p:spPr>
          <a:xfrm>
            <a:off x="7772400" y="1280160"/>
            <a:ext cx="5029200" cy="4754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685800"/>
            <a:ext cx="6858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làm việc cá nhân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bị kẹt giữa suite doanh nghiệp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 hàng tá app rời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2920" y="2331720"/>
            <a:ext cx="69494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16200000">
              <a:srgbClr val="0F172A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2587752"/>
            <a:ext cx="109728" cy="329184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2459736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đắt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2770632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365 theo năm, nhân theo máy — dù chỉ cần Word–Excel–Slide.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3291840"/>
            <a:ext cx="69494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16200000">
              <a:srgbClr val="0F172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3547872"/>
            <a:ext cx="109728" cy="32918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3419856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lên mây mặc định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60120" y="3730752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&amp; đời sống dễ bị kéo vào cloud nhà cung cấp.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4251960"/>
            <a:ext cx="69494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16200000">
              <a:srgbClr val="0F172A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" y="4507992"/>
            <a:ext cx="109728" cy="32918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4379976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 mảnh vụn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60120" y="4690872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Soạn thảo một nơi, việc–sức khỏe–tài chính chỗ khác.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02920" y="5212080"/>
            <a:ext cx="69494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16200000">
              <a:srgbClr val="0F172A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080" y="5468112"/>
            <a:ext cx="109728" cy="32918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0120" y="5340096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thuộc online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60120" y="5650992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mạng là đứt nhịp; cá nhân cần chủ động trên máy mình.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51052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UniWork Office  ·  Cài trên máy  ·  Dữ liệu của bạn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515600" y="651052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UniWork Office là gì?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cài trên máy bạn — bộ Office chuẩn + Workbench quản trị công việc &amp; cuộc sống + My AI điều phối.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011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trên máy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3500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Excel · PPT · PDF — file chuẩn, offline.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3017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Workbench theo vai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3558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Teacher, Legal, IT… tri thức &amp; việc.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4023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AI điều phối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3616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file, mở Recent, playbook — có xác nhận Token.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50749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5029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Đời sống cá nhân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53675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chính, sức khỏe, gia đình — cùng một không gian.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72784" y="786384"/>
            <a:ext cx="5468112" cy="5285232"/>
          </a:xfrm>
          <a:prstGeom prst="roundRect">
            <a:avLst>
              <a:gd name="adj" fmla="val 17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16200000">
              <a:srgbClr val="0F172A">
                <a:alpha val="18000"/>
              </a:srgbClr>
            </a:outerShdw>
          </a:effectLst>
        </p:spPr>
      </p:sp>
      <p:pic>
        <p:nvPicPr>
          <p:cNvPr id="19" name="Image 0" descr="/Users/uranus/Projects/uniwork-office/docs/pitch/assets/docs-a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822960"/>
            <a:ext cx="5394960" cy="52120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" y="651052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UniWork Office  ·  Cài trên máy  ·  Dữ liệu của bạn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515600" y="651052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trên máy —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thuộc về bạn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bắt buộc đưa cuộc sống lên đám mây bên thứ ba để “được dùng app”.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557784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974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Desktop-native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99008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trên macOS / Windows / Linux. File .docx .xlsx .pptx .pdf trên ổ đĩa bạn.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474720"/>
            <a:ext cx="557784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6616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Workbench local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85876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Việc, lịch, email nháp, khách, tài chính, sức khỏe lưu trên thiết bị.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343400"/>
            <a:ext cx="557784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43484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có kiểm soát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7274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/ Hub chỉ khi bạn xác nhận. Đọc excerpt có consent.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5212080"/>
            <a:ext cx="5577840" cy="777240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3035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do bạn chọn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559612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/ nhập trên máy. Cloud sync là lựa chọn — không bắt buộc.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64224" y="740664"/>
            <a:ext cx="5422392" cy="5330952"/>
          </a:xfrm>
          <a:prstGeom prst="roundRect">
            <a:avLst>
              <a:gd name="adj" fmla="val 17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16200000">
              <a:srgbClr val="0F172A">
                <a:alpha val="18000"/>
              </a:srgbClr>
            </a:outerShdw>
          </a:effectLst>
        </p:spPr>
      </p:sp>
      <p:pic>
        <p:nvPicPr>
          <p:cNvPr id="19" name="Image 0" descr="/Users/uranus/Projects/uniwork-office/docs/pitch/assets/sheets-q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777240"/>
            <a:ext cx="5349240" cy="52578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" y="651052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UniWork Office  ·  Cài trên máy  ·  Dữ liệu của bạn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515600" y="651052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chi phí bản quyền Microsoft Office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bộ Office đủ dùng hàng ngày — không khóa bạn vào thuê bao theo ghế ngồi.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 đây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Thuê bao Microsoft 365 / Office theo năm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Phụ thuộc OneDrive &amp; tài khoản Microsoft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4290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Chi phí nhân theo máy &amp; người dùng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“Đời sống” phải mua thêm app khác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440680" cy="4434840"/>
          </a:xfrm>
          <a:prstGeom prst="roundRect">
            <a:avLst>
              <a:gd name="adj" fmla="val 2474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874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UniWork Office</a:t>
            </a:r>
            <a:endParaRPr lang="en-US" sz="1600" dirty="0"/>
          </a:p>
        </p:txBody>
      </p:sp>
      <p:pic>
        <p:nvPicPr>
          <p:cNvPr id="14" name="Image 0" descr="/Users/uranus/Projects/uniwork-office/docs/pitch/assets/slides-cov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2286000"/>
            <a:ext cx="4937760" cy="23317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537960" y="48006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Docs · Sheets · Slides · PDF trên máy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537960" y="512064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File OOXML — trao đổi bình thường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537960" y="544068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khi cần, có xác nhận Token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UniWork Office  ·  Cài trên máy  ·  Dữ liệu của bạn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515600" y="651052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&amp; MY AI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việc đủ nhịp — bằng ảnh thật sản phẩm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669280" cy="2423160"/>
          </a:xfrm>
          <a:prstGeom prst="roundRect">
            <a:avLst>
              <a:gd name="adj" fmla="val 452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6" name="Image 0" descr="/Users/uranus/Projects/uniwork-office/docs/pitch/assets/docs-a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" y="1161288"/>
            <a:ext cx="5449824" cy="1691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9260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UniWork Docs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317296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Soạn thảo Word + panel AI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051560"/>
            <a:ext cx="5669280" cy="2423160"/>
          </a:xfrm>
          <a:prstGeom prst="roundRect">
            <a:avLst>
              <a:gd name="adj" fmla="val 452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0" name="Image 1" descr="/Users/uranus/Projects/uniwork-office/docs/pitch/assets/sheets-q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73368" y="1161288"/>
            <a:ext cx="5449824" cy="1691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92240" y="29260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UniWork Sheets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92240" y="317296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phân tích có trích dẫn ô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65760" y="3657600"/>
            <a:ext cx="5669280" cy="2423160"/>
          </a:xfrm>
          <a:prstGeom prst="roundRect">
            <a:avLst>
              <a:gd name="adj" fmla="val 452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4" name="Image 2" descr="/Users/uranus/Projects/uniwork-office/docs/pitch/assets/slides-ai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5488" y="3767328"/>
            <a:ext cx="5449824" cy="1691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4360" y="55321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UniWork Slides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94360" y="57790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· pitch · giáo án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263640" y="3657600"/>
            <a:ext cx="5669280" cy="2423160"/>
          </a:xfrm>
          <a:prstGeom prst="roundRect">
            <a:avLst>
              <a:gd name="adj" fmla="val 452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8" name="Image 3" descr="/Users/uranus/Projects/uniwork-office/docs/pitch/assets/pdf-edi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73368" y="3767328"/>
            <a:ext cx="5449824" cy="1691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92240" y="55321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UniWork PDF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492240" y="57790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/ chỉnh PDF trên máy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57200" y="651052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UniWork Office  ·  Cài trên máy  ·  Dữ liệu của bạn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0515600" y="651052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WORKBENCH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điều hành hàng ngày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“My Space” gom việc làm và đời sống — không bắt bạn sống trong mười ứng dụng.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783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31720" y="1691640"/>
            <a:ext cx="1783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6916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/ Notes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1691640"/>
            <a:ext cx="1783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6916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1783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31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local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31720" y="2331720"/>
            <a:ext cx="1783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2331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06240" y="2331720"/>
            <a:ext cx="1783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2331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1783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718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331720" y="2971800"/>
            <a:ext cx="1783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31720" y="29718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/ Pets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06240" y="2971800"/>
            <a:ext cx="1783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29718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/ Growth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7947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HTML workspace — minh họa bề mặt đời sống &amp; số liệu cá nhân trên máy.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3434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AI trên Home điều phối: tạo file · mở Recent · thêm việc · playbook nhiều bước.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507492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507492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011680" y="50749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0" y="5074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Practice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20440" y="507492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50749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consent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27064" y="740664"/>
            <a:ext cx="5513832" cy="5330952"/>
          </a:xfrm>
          <a:prstGeom prst="roundRect">
            <a:avLst>
              <a:gd name="adj" fmla="val 17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16200000">
              <a:srgbClr val="0F172A">
                <a:alpha val="18000"/>
              </a:srgbClr>
            </a:outerShdw>
          </a:effectLst>
        </p:spPr>
      </p:sp>
      <p:pic>
        <p:nvPicPr>
          <p:cNvPr id="33" name="Image 0" descr="/Users/uranus/Projects/uniwork-office/docs/pitch/assets/html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777240"/>
            <a:ext cx="5440680" cy="52578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457200" y="651052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UniWork Office  ·  Cài trên máy  ·  Dữ liệu của bạn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0515600" y="651052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Users/uranus/Projects/uniwork-office/docs/pitch/assets/cli-slides-gri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2148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0B1220">
              <a:alpha val="65000"/>
            </a:srgbClr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5029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TƯỢNG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 nhân &amp; nhóm nhỏ — vừa làm nghề, vừa quản trị đời sống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11480" y="2423160"/>
            <a:ext cx="3703320" cy="164592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16200000">
              <a:srgbClr val="0F172A">
                <a:alpha val="7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27432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&amp; doanh nhân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3375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giá, pitch, hóa đơn, follow-up khách.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0" y="2423160"/>
            <a:ext cx="3703320" cy="164592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16200000">
              <a:srgbClr val="0F172A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26280" y="27432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Giáo viên &amp; nhà trường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26280" y="33375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Giáo án, slide, skill sư phạm, Hub khi cần.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183880" y="2423160"/>
            <a:ext cx="3703320" cy="164592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16200000">
              <a:srgbClr val="0F172A">
                <a:alpha val="7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412480" y="27432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· CSKH · Marketing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412480" y="33375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quote / campaign / Clients.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11480" y="4251960"/>
            <a:ext cx="3703320" cy="164592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16200000">
              <a:srgbClr val="0F172A">
                <a:alpha val="7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0080" y="45720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· Procurement · BĐS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40080" y="51663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đồng, RFP, listing trên máy.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297680" y="4251960"/>
            <a:ext cx="3703320" cy="164592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16200000">
              <a:srgbClr val="0F172A">
                <a:alpha val="7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526280" y="45720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· Kế toán · IT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26280" y="51663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Offer, onboarding, hóa đơn, runbook.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183880" y="4251960"/>
            <a:ext cx="3703320" cy="164592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16200000">
              <a:srgbClr val="0F172A">
                <a:alpha val="7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412480" y="45720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 nhân có hệ thống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412480" y="51663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Việc + sức khỏe + gia đình + tài chính.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1052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UniWork Office  ·  Cài trên máy  ·  Dữ liệu của bạn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515600" y="651052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64224" y="786384"/>
            <a:ext cx="5422392" cy="5285232"/>
          </a:xfrm>
          <a:prstGeom prst="roundRect">
            <a:avLst>
              <a:gd name="adj" fmla="val 17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50800" dir="16200000">
              <a:srgbClr val="0F172A">
                <a:alpha val="18000"/>
              </a:srgbClr>
            </a:outerShdw>
          </a:effectLst>
        </p:spPr>
      </p:sp>
      <p:pic>
        <p:nvPicPr>
          <p:cNvPr id="4" name="Image 0" descr="/Users/uranus/Projects/uniwork-office/docs/pitch/assets/slides-gener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822960"/>
            <a:ext cx="5349240" cy="5212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657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 HOẠT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85800"/>
            <a:ext cx="5669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theo nhịp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của bạn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874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ép quy trình doanh nghiệp. Bạn chọn độ sâu.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256032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2578608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1560" y="24505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vai (Practice)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51560" y="27614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→ Teacher → IT: Workbench &amp; playbook đổi theo nghề.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347472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3493008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51560" y="33649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gói Tri thức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51560" y="36758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dự án / lớp / vụ việc là một pack tài liệu &amp; skill.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438912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4407408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51560" y="42793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mức AI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51560" y="45902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Soạn tay miễn phí; AI chỉ khi Cho phép / dùng Token.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2920" y="530352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5321808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51560" y="51937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nhịp online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051560" y="55046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đầy đủ; Hub / cloud là lớp bổ sung khi sẵn sàng.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6510528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UniWork Office  ·  Cài trên máy  ·  Dữ liệu của bạn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515600" y="651052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ranus/Projects/uniwork-office/docs/pitch/assets/hero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>
              <a:alpha val="82000"/>
            </a:srgbClr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2344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LẠI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hệ điều hành cho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việc và cuộc sống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2461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Cài trên máy — không bị cầm tù bởi trình duyệt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37033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Dữ liệu cá nhân ưu tiên ở lại thiết bị của bạn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41605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Office đủ dùng + Workbench đời sống + My AI có kiểm soát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46177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Giảm phụ thuộc thuê bao Microsoft Office cho cá nhân &amp; nhóm nhỏ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644652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UniWork Office  ·  10 /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UniWork Office — Hệ điều hành công việc &amp; cuộc sống</dc:title>
  <dc:subject>Giới thiệu nền tảng desktop UniWork Office</dc:subject>
  <dc:creator>UniWork Office</dc:creator>
  <cp:lastModifiedBy>UniWork Office</cp:lastModifiedBy>
  <cp:revision>1</cp:revision>
  <dcterms:created xsi:type="dcterms:W3CDTF">2026-10-04T16:36:02Z</dcterms:created>
  <dcterms:modified xsi:type="dcterms:W3CDTF">2026-10-04T16:36:02Z</dcterms:modified>
</cp:coreProperties>
</file>