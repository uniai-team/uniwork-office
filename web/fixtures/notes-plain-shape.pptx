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/>
        </p:nvSpPr>
        <p:spPr/>
        <p:txBody>
          <a:bodyPr wrap="square"/>
          <a:lstStyle/>
          <a:p>
            <a:r>
              <a:rPr lang="vi-VN" sz="2400"/>
              <a:t>Ghi chú trình bày cho buổi họp tuần.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